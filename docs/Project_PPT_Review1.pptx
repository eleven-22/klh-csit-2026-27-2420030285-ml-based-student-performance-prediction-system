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22" r:id="rId3"/>
    <p:sldId id="258" r:id="rId4"/>
    <p:sldId id="313" r:id="rId5"/>
    <p:sldId id="321" r:id="rId6"/>
    <p:sldId id="320" r:id="rId7"/>
    <p:sldId id="323" r:id="rId8"/>
    <p:sldId id="324" r:id="rId9"/>
    <p:sldId id="316" r:id="rId10"/>
    <p:sldId id="317" r:id="rId11"/>
    <p:sldId id="3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A48"/>
    <a:srgbClr val="FFC6C6"/>
    <a:srgbClr val="AAE571"/>
    <a:srgbClr val="662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7FC9E7-2E2E-4805-B9BC-C78AEB7B3E16}" v="35" dt="2026-08-08T05:14:45.0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954" autoAdjust="0"/>
  </p:normalViewPr>
  <p:slideViewPr>
    <p:cSldViewPr snapToGrid="0">
      <p:cViewPr varScale="1">
        <p:scale>
          <a:sx n="81" d="100"/>
          <a:sy n="81" d="100"/>
        </p:scale>
        <p:origin x="6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𝙺𝙰𝚁𝚃𝙷𝙸𝙺 𝙿𝚄𝙻𝙸𝚅𝙰𝚁𝚃𝙷𝙸" userId="a1af167188c24d51" providerId="LiveId" clId="{48EAC671-4AE1-4409-B5C6-8F2EBE31B893}"/>
    <pc:docChg chg="undo custSel addSld delSld modSld sldOrd">
      <pc:chgData name="𝙺𝙰𝚁𝚃𝙷𝙸𝙺 𝙿𝚄𝙻𝙸𝚅𝙰𝚁𝚃𝙷𝙸" userId="a1af167188c24d51" providerId="LiveId" clId="{48EAC671-4AE1-4409-B5C6-8F2EBE31B893}" dt="2026-08-08T05:17:13.556" v="336" actId="2696"/>
      <pc:docMkLst>
        <pc:docMk/>
      </pc:docMkLst>
      <pc:sldChg chg="modSp mod">
        <pc:chgData name="𝙺𝙰𝚁𝚃𝙷𝙸𝙺 𝙿𝚄𝙻𝙸𝚅𝙰𝚁𝚃𝙷𝙸" userId="a1af167188c24d51" providerId="LiveId" clId="{48EAC671-4AE1-4409-B5C6-8F2EBE31B893}" dt="2026-08-08T05:10:39.662" v="166" actId="20577"/>
        <pc:sldMkLst>
          <pc:docMk/>
          <pc:sldMk cId="1445657655" sldId="256"/>
        </pc:sldMkLst>
        <pc:spChg chg="mod">
          <ac:chgData name="𝙺𝙰𝚁𝚃𝙷𝙸𝙺 𝙿𝚄𝙻𝙸𝚅𝙰𝚁𝚃𝙷𝙸" userId="a1af167188c24d51" providerId="LiveId" clId="{48EAC671-4AE1-4409-B5C6-8F2EBE31B893}" dt="2026-08-08T05:10:39.662" v="166" actId="20577"/>
          <ac:spMkLst>
            <pc:docMk/>
            <pc:sldMk cId="1445657655" sldId="256"/>
            <ac:spMk id="11" creationId="{CEA4CE6A-BFF2-7F14-1C85-5B08143557FD}"/>
          </ac:spMkLst>
        </pc:spChg>
      </pc:sldChg>
      <pc:sldChg chg="modSp mod">
        <pc:chgData name="𝙺𝙰𝚁𝚃𝙷𝙸𝙺 𝙿𝚄𝙻𝙸𝚅𝙰𝚁𝚃𝙷𝙸" userId="a1af167188c24d51" providerId="LiveId" clId="{48EAC671-4AE1-4409-B5C6-8F2EBE31B893}" dt="2026-08-08T04:59:48.201" v="50" actId="20577"/>
        <pc:sldMkLst>
          <pc:docMk/>
          <pc:sldMk cId="1098627332" sldId="258"/>
        </pc:sldMkLst>
        <pc:spChg chg="mod">
          <ac:chgData name="𝙺𝙰𝚁𝚃𝙷𝙸𝙺 𝙿𝚄𝙻𝙸𝚅𝙰𝚁𝚃𝙷𝙸" userId="a1af167188c24d51" providerId="LiveId" clId="{48EAC671-4AE1-4409-B5C6-8F2EBE31B893}" dt="2026-08-08T04:59:48.201" v="50" actId="20577"/>
          <ac:spMkLst>
            <pc:docMk/>
            <pc:sldMk cId="1098627332" sldId="258"/>
            <ac:spMk id="6" creationId="{436F14F6-3A6A-3B21-BE0A-9B69C8B62245}"/>
          </ac:spMkLst>
        </pc:spChg>
      </pc:sldChg>
      <pc:sldChg chg="modSp mod">
        <pc:chgData name="𝙺𝙰𝚁𝚃𝙷𝙸𝙺 𝙿𝚄𝙻𝙸𝚅𝙰𝚁𝚃𝙷𝙸" userId="a1af167188c24d51" providerId="LiveId" clId="{48EAC671-4AE1-4409-B5C6-8F2EBE31B893}" dt="2026-08-08T05:09:41.428" v="152" actId="1076"/>
        <pc:sldMkLst>
          <pc:docMk/>
          <pc:sldMk cId="2153416722" sldId="313"/>
        </pc:sldMkLst>
        <pc:spChg chg="mod">
          <ac:chgData name="𝙺𝙰𝚁𝚃𝙷𝙸𝙺 𝙿𝚄𝙻𝙸𝚅𝙰𝚁𝚃𝙷𝙸" userId="a1af167188c24d51" providerId="LiveId" clId="{48EAC671-4AE1-4409-B5C6-8F2EBE31B893}" dt="2026-08-08T05:09:41.428" v="152" actId="1076"/>
          <ac:spMkLst>
            <pc:docMk/>
            <pc:sldMk cId="2153416722" sldId="313"/>
            <ac:spMk id="6" creationId="{A53CAFB2-F10C-7F8E-B9D6-74116BB410D4}"/>
          </ac:spMkLst>
        </pc:spChg>
      </pc:sldChg>
      <pc:sldChg chg="addSp modSp del mod">
        <pc:chgData name="𝙺𝙰𝚁𝚃𝙷𝙸𝙺 𝙿𝚄𝙻𝙸𝚅𝙰𝚁𝚃𝙷𝙸" userId="a1af167188c24d51" providerId="LiveId" clId="{48EAC671-4AE1-4409-B5C6-8F2EBE31B893}" dt="2026-08-08T05:02:56.135" v="93" actId="2696"/>
        <pc:sldMkLst>
          <pc:docMk/>
          <pc:sldMk cId="775658706" sldId="314"/>
        </pc:sldMkLst>
        <pc:spChg chg="mod">
          <ac:chgData name="𝙺𝙰𝚁𝚃𝙷𝙸𝙺 𝙿𝚄𝙻𝙸𝚅𝙰𝚁𝚃𝙷𝙸" userId="a1af167188c24d51" providerId="LiveId" clId="{48EAC671-4AE1-4409-B5C6-8F2EBE31B893}" dt="2026-08-08T05:00:47.408" v="54" actId="27636"/>
          <ac:spMkLst>
            <pc:docMk/>
            <pc:sldMk cId="775658706" sldId="314"/>
            <ac:spMk id="6" creationId="{3E039DB5-CD5D-4E16-4B59-96C658D12881}"/>
          </ac:spMkLst>
        </pc:spChg>
        <pc:spChg chg="add">
          <ac:chgData name="𝙺𝙰𝚁𝚃𝙷𝙸𝙺 𝙿𝚄𝙻𝙸𝚅𝙰𝚁𝚃𝙷𝙸" userId="a1af167188c24d51" providerId="LiveId" clId="{48EAC671-4AE1-4409-B5C6-8F2EBE31B893}" dt="2026-08-08T05:00:41.663" v="52"/>
          <ac:spMkLst>
            <pc:docMk/>
            <pc:sldMk cId="775658706" sldId="314"/>
            <ac:spMk id="8" creationId="{7D918C4B-8D3E-B6D7-6CE4-DFA53256176C}"/>
          </ac:spMkLst>
        </pc:spChg>
        <pc:graphicFrameChg chg="add mod modGraphic">
          <ac:chgData name="𝙺𝙰𝚁𝚃𝙷𝙸𝙺 𝙿𝚄𝙻𝙸𝚅𝙰𝚁𝚃𝙷𝙸" userId="a1af167188c24d51" providerId="LiveId" clId="{48EAC671-4AE1-4409-B5C6-8F2EBE31B893}" dt="2026-08-08T05:02:02.720" v="66" actId="20577"/>
          <ac:graphicFrameMkLst>
            <pc:docMk/>
            <pc:sldMk cId="775658706" sldId="314"/>
            <ac:graphicFrameMk id="2" creationId="{D145B12A-7C5C-3437-40E8-AE5722D54DC5}"/>
          </ac:graphicFrameMkLst>
        </pc:graphicFrameChg>
      </pc:sldChg>
      <pc:sldChg chg="del">
        <pc:chgData name="𝙺𝙰𝚁𝚃𝙷𝙸𝙺 𝙿𝚄𝙻𝙸𝚅𝙰𝚁𝚃𝙷𝙸" userId="a1af167188c24d51" providerId="LiveId" clId="{48EAC671-4AE1-4409-B5C6-8F2EBE31B893}" dt="2026-08-08T05:04:32.053" v="108" actId="2696"/>
        <pc:sldMkLst>
          <pc:docMk/>
          <pc:sldMk cId="2022677703" sldId="315"/>
        </pc:sldMkLst>
      </pc:sldChg>
      <pc:sldChg chg="modSp mod">
        <pc:chgData name="𝙺𝙰𝚁𝚃𝙷𝙸𝙺 𝙿𝚄𝙻𝙸𝚅𝙰𝚁𝚃𝙷𝙸" userId="a1af167188c24d51" providerId="LiveId" clId="{48EAC671-4AE1-4409-B5C6-8F2EBE31B893}" dt="2026-08-08T05:04:28.734" v="107" actId="14100"/>
        <pc:sldMkLst>
          <pc:docMk/>
          <pc:sldMk cId="2905348476" sldId="316"/>
        </pc:sldMkLst>
        <pc:spChg chg="mod">
          <ac:chgData name="𝙺𝙰𝚁𝚃𝙷𝙸𝙺 𝙿𝚄𝙻𝙸𝚅𝙰𝚁𝚃𝙷𝙸" userId="a1af167188c24d51" providerId="LiveId" clId="{48EAC671-4AE1-4409-B5C6-8F2EBE31B893}" dt="2026-08-08T05:04:28.734" v="107" actId="14100"/>
          <ac:spMkLst>
            <pc:docMk/>
            <pc:sldMk cId="2905348476" sldId="316"/>
            <ac:spMk id="6" creationId="{5407AC80-DCC1-ADCF-1929-08910764DD3D}"/>
          </ac:spMkLst>
        </pc:spChg>
      </pc:sldChg>
      <pc:sldChg chg="modSp mod">
        <pc:chgData name="𝙺𝙰𝚁𝚃𝙷𝙸𝙺 𝙿𝚄𝙻𝙸𝚅𝙰𝚁𝚃𝙷𝙸" userId="a1af167188c24d51" providerId="LiveId" clId="{48EAC671-4AE1-4409-B5C6-8F2EBE31B893}" dt="2026-08-08T05:05:44.357" v="116" actId="14100"/>
        <pc:sldMkLst>
          <pc:docMk/>
          <pc:sldMk cId="3462298423" sldId="317"/>
        </pc:sldMkLst>
        <pc:spChg chg="mod">
          <ac:chgData name="𝙺𝙰𝚁𝚃𝙷𝙸𝙺 𝙿𝚄𝙻𝙸𝚅𝙰𝚁𝚃𝙷𝙸" userId="a1af167188c24d51" providerId="LiveId" clId="{48EAC671-4AE1-4409-B5C6-8F2EBE31B893}" dt="2026-08-08T05:05:44.357" v="116" actId="14100"/>
          <ac:spMkLst>
            <pc:docMk/>
            <pc:sldMk cId="3462298423" sldId="317"/>
            <ac:spMk id="6" creationId="{84CEF900-F895-6DA0-E381-95B4D4A2259B}"/>
          </ac:spMkLst>
        </pc:spChg>
      </pc:sldChg>
      <pc:sldChg chg="modSp add del mod">
        <pc:chgData name="𝙺𝙰𝚁𝚃𝙷𝙸𝙺 𝙿𝚄𝙻𝙸𝚅𝙰𝚁𝚃𝙷𝙸" userId="a1af167188c24d51" providerId="LiveId" clId="{48EAC671-4AE1-4409-B5C6-8F2EBE31B893}" dt="2026-08-08T05:17:13.556" v="336" actId="2696"/>
        <pc:sldMkLst>
          <pc:docMk/>
          <pc:sldMk cId="3824307852" sldId="319"/>
        </pc:sldMkLst>
        <pc:spChg chg="mod">
          <ac:chgData name="𝙺𝙰𝚁𝚃𝙷𝙸𝙺 𝙿𝚄𝙻𝙸𝚅𝙰𝚁𝚃𝙷𝙸" userId="a1af167188c24d51" providerId="LiveId" clId="{48EAC671-4AE1-4409-B5C6-8F2EBE31B893}" dt="2026-08-08T05:09:31.509" v="151" actId="1076"/>
          <ac:spMkLst>
            <pc:docMk/>
            <pc:sldMk cId="3824307852" sldId="319"/>
            <ac:spMk id="6" creationId="{22E40C2F-2F59-8FAC-3BC9-88287E63EE79}"/>
          </ac:spMkLst>
        </pc:spChg>
        <pc:spChg chg="mod">
          <ac:chgData name="𝙺𝙰𝚁𝚃𝙷𝙸𝙺 𝙿𝚄𝙻𝙸𝚅𝙰𝚁𝚃𝙷𝙸" userId="a1af167188c24d51" providerId="LiveId" clId="{48EAC671-4AE1-4409-B5C6-8F2EBE31B893}" dt="2026-08-08T05:02:14.524" v="84" actId="20577"/>
          <ac:spMkLst>
            <pc:docMk/>
            <pc:sldMk cId="3824307852" sldId="319"/>
            <ac:spMk id="7" creationId="{D49E4CCB-3D8B-A53F-D352-3FACB5252AF9}"/>
          </ac:spMkLst>
        </pc:spChg>
      </pc:sldChg>
      <pc:sldChg chg="modSp add mod">
        <pc:chgData name="𝙺𝙰𝚁𝚃𝙷𝙸𝙺 𝙿𝚄𝙻𝙸𝚅𝙰𝚁𝚃𝙷𝙸" userId="a1af167188c24d51" providerId="LiveId" clId="{48EAC671-4AE1-4409-B5C6-8F2EBE31B893}" dt="2026-08-08T05:10:13.314" v="158" actId="1076"/>
        <pc:sldMkLst>
          <pc:docMk/>
          <pc:sldMk cId="3519703877" sldId="320"/>
        </pc:sldMkLst>
        <pc:spChg chg="mod">
          <ac:chgData name="𝙺𝙰𝚁𝚃𝙷𝙸𝙺 𝙿𝚄𝙻𝙸𝚅𝙰𝚁𝚃𝙷𝙸" userId="a1af167188c24d51" providerId="LiveId" clId="{48EAC671-4AE1-4409-B5C6-8F2EBE31B893}" dt="2026-08-08T05:10:13.314" v="158" actId="1076"/>
          <ac:spMkLst>
            <pc:docMk/>
            <pc:sldMk cId="3519703877" sldId="320"/>
            <ac:spMk id="6" creationId="{944CF0BD-0889-0DFE-891D-E02A36BF36F4}"/>
          </ac:spMkLst>
        </pc:spChg>
      </pc:sldChg>
      <pc:sldChg chg="modSp add mod ord">
        <pc:chgData name="𝙺𝙰𝚁𝚃𝙷𝙸𝙺 𝙿𝚄𝙻𝙸𝚅𝙰𝚁𝚃𝙷𝙸" userId="a1af167188c24d51" providerId="LiveId" clId="{48EAC671-4AE1-4409-B5C6-8F2EBE31B893}" dt="2026-08-08T05:10:01.082" v="157" actId="255"/>
        <pc:sldMkLst>
          <pc:docMk/>
          <pc:sldMk cId="888616635" sldId="321"/>
        </pc:sldMkLst>
        <pc:spChg chg="mod">
          <ac:chgData name="𝙺𝙰𝚁𝚃𝙷𝙸𝙺 𝙿𝚄𝙻𝙸𝚅𝙰𝚁𝚃𝙷𝙸" userId="a1af167188c24d51" providerId="LiveId" clId="{48EAC671-4AE1-4409-B5C6-8F2EBE31B893}" dt="2026-08-08T05:10:01.082" v="157" actId="255"/>
          <ac:spMkLst>
            <pc:docMk/>
            <pc:sldMk cId="888616635" sldId="321"/>
            <ac:spMk id="6" creationId="{51611189-033C-9ED1-29A1-3C178229FA22}"/>
          </ac:spMkLst>
        </pc:spChg>
        <pc:spChg chg="mod">
          <ac:chgData name="𝙺𝙰𝚁𝚃𝙷𝙸𝙺 𝙿𝚄𝙻𝙸𝚅𝙰𝚁𝚃𝙷𝙸" userId="a1af167188c24d51" providerId="LiveId" clId="{48EAC671-4AE1-4409-B5C6-8F2EBE31B893}" dt="2026-08-08T05:08:12.009" v="132" actId="20577"/>
          <ac:spMkLst>
            <pc:docMk/>
            <pc:sldMk cId="888616635" sldId="321"/>
            <ac:spMk id="7" creationId="{CEFDB11B-51AF-7CD0-584D-87C882B08F7C}"/>
          </ac:spMkLst>
        </pc:spChg>
      </pc:sldChg>
      <pc:sldChg chg="addSp delSp modSp add mod">
        <pc:chgData name="𝙺𝙰𝚁𝚃𝙷𝙸𝙺 𝙿𝚄𝙻𝙸𝚅𝙰𝚁𝚃𝙷𝙸" userId="a1af167188c24d51" providerId="LiveId" clId="{48EAC671-4AE1-4409-B5C6-8F2EBE31B893}" dt="2026-08-08T05:14:37.016" v="335" actId="2711"/>
        <pc:sldMkLst>
          <pc:docMk/>
          <pc:sldMk cId="1830771303" sldId="322"/>
        </pc:sldMkLst>
        <pc:spChg chg="add mod">
          <ac:chgData name="𝙺𝙰𝚁𝚃𝙷𝙸𝙺 𝙿𝚄𝙻𝙸𝚅𝙰𝚁𝚃𝙷𝙸" userId="a1af167188c24d51" providerId="LiveId" clId="{48EAC671-4AE1-4409-B5C6-8F2EBE31B893}" dt="2026-08-08T05:14:37.016" v="335" actId="2711"/>
          <ac:spMkLst>
            <pc:docMk/>
            <pc:sldMk cId="1830771303" sldId="322"/>
            <ac:spMk id="6" creationId="{D81B230A-73A9-14EB-0E1F-E820DD82D872}"/>
          </ac:spMkLst>
        </pc:spChg>
        <pc:spChg chg="del">
          <ac:chgData name="𝙺𝙰𝚁𝚃𝙷𝙸𝙺 𝙿𝚄𝙻𝙸𝚅𝙰𝚁𝚃𝙷𝙸" userId="a1af167188c24d51" providerId="LiveId" clId="{48EAC671-4AE1-4409-B5C6-8F2EBE31B893}" dt="2026-08-08T05:11:22.214" v="169" actId="21"/>
          <ac:spMkLst>
            <pc:docMk/>
            <pc:sldMk cId="1830771303" sldId="322"/>
            <ac:spMk id="11" creationId="{D33614D6-CDBB-7ABF-A78D-D91BCD44431C}"/>
          </ac:spMkLst>
        </pc:spChg>
        <pc:graphicFrameChg chg="add del mod modGraphic">
          <ac:chgData name="𝙺𝙰𝚁𝚃𝙷𝙸𝙺 𝙿𝚄𝙻𝙸𝚅𝙰𝚁𝚃𝙷𝙸" userId="a1af167188c24d51" providerId="LiveId" clId="{48EAC671-4AE1-4409-B5C6-8F2EBE31B893}" dt="2026-08-08T05:11:59.859" v="175" actId="21"/>
          <ac:graphicFrameMkLst>
            <pc:docMk/>
            <pc:sldMk cId="1830771303" sldId="322"/>
            <ac:graphicFrameMk id="2" creationId="{9A9EB1E5-2AAB-54C5-CA3E-E5406772087B}"/>
          </ac:graphicFrameMkLst>
        </pc:graphicFrameChg>
        <pc:graphicFrameChg chg="add del mod modGraphic">
          <ac:chgData name="𝙺𝙰𝚁𝚃𝙷𝙸𝙺 𝙿𝚄𝙻𝙸𝚅𝙰𝚁𝚃𝙷𝙸" userId="a1af167188c24d51" providerId="LiveId" clId="{48EAC671-4AE1-4409-B5C6-8F2EBE31B893}" dt="2026-08-08T05:12:38.757" v="188" actId="21"/>
          <ac:graphicFrameMkLst>
            <pc:docMk/>
            <pc:sldMk cId="1830771303" sldId="322"/>
            <ac:graphicFrameMk id="3" creationId="{673B2F1B-F2AE-82F6-DD7B-473A8D354A83}"/>
          </ac:graphicFrameMkLst>
        </pc:graphicFrameChg>
        <pc:graphicFrameChg chg="add mod modGraphic">
          <ac:chgData name="𝙺𝙰𝚁𝚃𝙷𝙸𝙺 𝙿𝚄𝙻𝙸𝚅𝙰𝚁𝚃𝙷𝙸" userId="a1af167188c24d51" providerId="LiveId" clId="{48EAC671-4AE1-4409-B5C6-8F2EBE31B893}" dt="2026-08-08T05:13:36.548" v="297" actId="20577"/>
          <ac:graphicFrameMkLst>
            <pc:docMk/>
            <pc:sldMk cId="1830771303" sldId="322"/>
            <ac:graphicFrameMk id="4" creationId="{6D5FB4AC-95A3-6043-B4EA-F5B57B5AED64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0A9EC-6A9F-4373-BFC2-54B44875EA38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C9F42-EBFF-421F-8E3F-364B9DF4175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562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D9E2D-3D9D-41DE-73FE-D3BCBED52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85F9-C06B-3C93-CC2F-4B878F9A2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89DBD-EF93-ACD0-8782-6A27183A7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6A113-E421-C869-B854-82A8CF438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60D8-4C5C-B490-39C1-8A3ABD660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245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1625E-6453-5A7D-CF5F-3CC8BB1E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626B-DDC1-DAC4-2FE8-53151E9F7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14966-CBE7-D09B-8148-CAFC5B52B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9DF8B-FED0-3FE0-F554-EE1E4C59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5D176-CA39-ADFE-3E4E-688EE8AB0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95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1AE3-5060-B344-FC82-5E05F776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A6560-70E4-6B26-21A7-0740E6CE7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62430-CA05-0AE6-943E-69DB6005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FD3C7-0E22-0C64-C226-E22171855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A9B67-C426-87EC-3FD9-FEF77BD0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9276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03D9-C81A-F892-B7A7-FCA3069EC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84BD9-E989-FDAE-86A4-17EC7B3D50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8494F0-3919-8808-740C-A6A486909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225A4-06C8-717F-BC6B-39F0ECA1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59E41-481F-B316-0B46-17E22BEFC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3ADD62-C90A-9BB9-48FE-FE061FB1E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710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144C4-AD67-A459-7001-85C0DDF0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F6FEC-822C-08BA-A1A8-7760D554F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2121F-4E4D-6D5B-9194-203444392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64E40F-0FAD-5050-277D-E2A0942952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0A2475-C1BF-AFD1-2E41-975EB1702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778168-C3B5-B9C6-8846-AC2A7F727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70AF5-08E3-DEF0-48C1-E119494AF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ADEEC-64AE-8698-4A3E-64000C349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5897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AF88-6EF1-4DB5-5127-F7CF1009C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C973F4-630D-B828-8DA6-631B9847A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2762A-6BCF-6CB9-81FE-E94247ABD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6A6BC6-D239-903E-4AB8-45608B92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568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71464-7501-8CE3-E34D-5160F9CA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618D80-7517-843E-9D5B-F599EE259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6E4A8A-B169-1493-F479-ABD98308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171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B014F-F1A6-00E3-D069-CD163E078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09D20-9E8D-BCBB-10BF-0DA0F01F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1C8C-0D3C-1FB6-D457-2F8AD7E72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F295D-FD62-7817-804A-FCBDCEED8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C8DC2-4085-925F-7680-082F2E82A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1752-6885-B3C6-32F6-BF642BB5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084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E7B7B-C541-6816-938C-B28947D2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7B8E8-9CFE-1477-99FB-EA97FFAD9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834D-AEE7-C5E8-E02E-4083F9FB3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F6D41-ED92-F02E-5A1C-8A4E1393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62D26-88A4-5E00-569C-4B1045B35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A392E-C76B-7968-FC68-C625C11A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52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595AB-9BF5-38BF-C1C0-5AFADA9DC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0949C-BB8C-E4EC-BA53-60931FCC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C574-9263-07D5-2C8A-A0AD3123E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52EF3-AD61-2C14-3E30-8328BF9F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2CAC2-193E-1DC4-D824-174BE4C1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161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B5C29-F5D7-CEB3-0E11-9141697A8E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D2BC10-688A-86BC-23F1-A89916E5A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2F075-6037-1497-ADCB-9B866F1AF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365DD-EE7C-5519-881F-083DA0C9B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3D372-7A2A-0F04-116F-F91F09E2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58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0F69C1-5498-4E44-4CFC-12A946B8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128F3-7540-4398-03B4-0A105B7B1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DFBD1-2E8E-4F9B-836F-4CBFF7206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35EDA-82E1-42CB-90D3-31A655ACBCC4}" type="datetimeFigureOut">
              <a:rPr lang="en-IN" smtClean="0"/>
              <a:t>19-08-2026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6B58-CF52-E012-29DB-DAFAA7754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F2007-B1F0-A6E8-BF82-D918E476A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EA1B3-6467-4386-A6A5-73D9B15C12C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3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76;p16">
            <a:extLst>
              <a:ext uri="{FF2B5EF4-FFF2-40B4-BE49-F238E27FC236}">
                <a16:creationId xmlns:a16="http://schemas.microsoft.com/office/drawing/2014/main" id="{CEA4CE6A-BFF2-7F14-1C85-5B08143557FD}"/>
              </a:ext>
            </a:extLst>
          </p:cNvPr>
          <p:cNvSpPr txBox="1"/>
          <p:nvPr/>
        </p:nvSpPr>
        <p:spPr>
          <a:xfrm>
            <a:off x="1595120" y="2048911"/>
            <a:ext cx="9682480" cy="236983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 : APPLIED MACHINE LEARNING FOR TEXT ANALYSIS COURSE CODE : 24ALT3101	
ML BASED STUDENT ACADEMIC PERFORMANCE PREDICTION SYSTEM	</a:t>
            </a:r>
            <a:r>
              <a:rPr lang="en-US" sz="32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APPLIED MACHINE LEARNING FOR TEXT ANALYSIS COURSE CODE : 24ALT3101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algn="ctr"/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ML BASED STUDENT ACADEMIC PERFORMANCE PREDICTION SYTEM</a:t>
            </a:r>
            <a:r>
              <a:rPr lang="en-US" sz="3200" dirty="0"/>
              <a:t>	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E1E10F-9A21-4CA4-0DEC-70A356B4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8F1757-BA73-9731-F265-DECBBDD88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1B6489-079D-8BEF-94A3-F70886145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657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588E0-D2A6-B789-2FD2-C578E638F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9F3ADB7-AF1C-C5B9-8139-76CDE34D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6E1855-9A33-0278-854B-3255F5095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5FB4AC-95A3-6043-B4EA-F5B57B5AED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811494"/>
              </p:ext>
            </p:extLst>
          </p:nvPr>
        </p:nvGraphicFramePr>
        <p:xfrm>
          <a:off x="3813666" y="2941163"/>
          <a:ext cx="8128000" cy="2555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5923118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42172243"/>
                    </a:ext>
                  </a:extLst>
                </a:gridCol>
              </a:tblGrid>
              <a:tr h="51100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6820200"/>
                  </a:ext>
                </a:extLst>
              </a:tr>
              <a:tr h="511003">
                <a:tc>
                  <a:txBody>
                    <a:bodyPr/>
                    <a:lstStyle/>
                    <a:p>
                      <a:r>
                        <a:rPr lang="en-IN" dirty="0"/>
                        <a:t>2420030285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B.Vignesh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864715"/>
                  </a:ext>
                </a:extLst>
              </a:tr>
              <a:tr h="511003">
                <a:tc>
                  <a:txBody>
                    <a:bodyPr/>
                    <a:lstStyle/>
                    <a:p>
                      <a:r>
                        <a:rPr lang="en-IN" dirty="0"/>
                        <a:t>2420030404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P.Karthik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269175"/>
                  </a:ext>
                </a:extLst>
              </a:tr>
              <a:tr h="511003">
                <a:tc>
                  <a:txBody>
                    <a:bodyPr/>
                    <a:lstStyle/>
                    <a:p>
                      <a:r>
                        <a:rPr lang="en-IN" dirty="0"/>
                        <a:t>2420080062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T.Nishanth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664922"/>
                  </a:ext>
                </a:extLst>
              </a:tr>
              <a:tr h="511003">
                <a:tc>
                  <a:txBody>
                    <a:bodyPr/>
                    <a:lstStyle/>
                    <a:p>
                      <a:r>
                        <a:rPr lang="en-IN" dirty="0"/>
                        <a:t>2420090088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H.Niranjan Reddy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248683"/>
                  </a:ext>
                </a:extLst>
              </a:tr>
            </a:tbl>
          </a:graphicData>
        </a:graphic>
      </p:graphicFrame>
      <p:sp>
        <p:nvSpPr>
          <p:cNvPr id="6" name="Google Shape;476;p16">
            <a:extLst>
              <a:ext uri="{FF2B5EF4-FFF2-40B4-BE49-F238E27FC236}">
                <a16:creationId xmlns:a16="http://schemas.microsoft.com/office/drawing/2014/main" id="{D81B230A-73A9-14EB-0E1F-E820DD82D872}"/>
              </a:ext>
            </a:extLst>
          </p:cNvPr>
          <p:cNvSpPr txBox="1"/>
          <p:nvPr/>
        </p:nvSpPr>
        <p:spPr>
          <a:xfrm>
            <a:off x="3813665" y="2147625"/>
            <a:ext cx="8128001" cy="5847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latin typeface="Amasis MT Pro" panose="02040504050005020304" pitchFamily="18" charset="0"/>
              </a:rPr>
              <a:t>	Team Members : </a:t>
            </a:r>
          </a:p>
        </p:txBody>
      </p:sp>
    </p:spTree>
    <p:extLst>
      <p:ext uri="{BB962C8B-B14F-4D97-AF65-F5344CB8AC3E}">
        <p14:creationId xmlns:p14="http://schemas.microsoft.com/office/powerpoint/2010/main" val="183077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2721A3-6CE2-CE2E-6F65-2D1B754A9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0FF905-32FC-9E79-49A0-CA93F158E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6F14F6-3A6A-3B21-BE0A-9B69C8B62245}"/>
              </a:ext>
            </a:extLst>
          </p:cNvPr>
          <p:cNvSpPr txBox="1">
            <a:spLocks/>
          </p:cNvSpPr>
          <p:nvPr/>
        </p:nvSpPr>
        <p:spPr>
          <a:xfrm>
            <a:off x="532718" y="1178011"/>
            <a:ext cx="10817153" cy="4044438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IN" sz="7200" dirty="0">
                <a:latin typeface="Bookman Old Style" panose="02050604050505020204" pitchFamily="18" charset="0"/>
              </a:rPr>
              <a:t>To identify low-performing students only after midterm or final examinations, which results in delayed academic support.</a:t>
            </a:r>
          </a:p>
          <a:p>
            <a:pPr>
              <a:lnSpc>
                <a:spcPct val="170000"/>
              </a:lnSpc>
            </a:pPr>
            <a:r>
              <a:rPr lang="en-IN" sz="7200" dirty="0">
                <a:latin typeface="Bookman Old Style" panose="02050604050505020204" pitchFamily="18" charset="0"/>
              </a:rPr>
              <a:t>To address the difficulty of providing scalable personalization when academic advisors monitor a large number of students.</a:t>
            </a:r>
          </a:p>
          <a:p>
            <a:pPr>
              <a:lnSpc>
                <a:spcPct val="170000"/>
              </a:lnSpc>
            </a:pPr>
            <a:r>
              <a:rPr lang="en-IN" sz="7200" dirty="0">
                <a:latin typeface="Bookman Old Style" panose="02050604050505020204" pitchFamily="18" charset="0"/>
              </a:rPr>
              <a:t>To develop an ML-based early warning system that can identify academic risk at an earlier stage.</a:t>
            </a:r>
          </a:p>
          <a:p>
            <a:pPr>
              <a:buFont typeface="Wingdings" pitchFamily="2" charset="2"/>
              <a:buChar char="v"/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36C6E56B-0B95-53F5-A7B8-8D8B26CDCEF2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098627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7C03-7DEA-CDCF-D9E3-1C8517E1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F01604-A846-C622-7731-B2D206CEF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8BE68E-B87A-2D7E-1604-E87051134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3CAFB2-F10C-7F8E-B9D6-74116BB410D4}"/>
              </a:ext>
            </a:extLst>
          </p:cNvPr>
          <p:cNvSpPr txBox="1">
            <a:spLocks/>
          </p:cNvSpPr>
          <p:nvPr/>
        </p:nvSpPr>
        <p:spPr>
          <a:xfrm>
            <a:off x="523291" y="810301"/>
            <a:ext cx="10817153" cy="4195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develop an ML-based model to predict student academic risk at an early stage.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develop a data pipeline to collect, clean and preprocess student academic data.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train and compare multiple supervised machine learning models for performance prediction.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integrate the prediction model with an interactive dashboard for visualization, risk flagging and alerts.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provide early insights that can support timely academic intervention.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9042098D-E38C-B423-CE2F-F053E6D8672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2153416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1AF9C-A31F-BC12-6DDB-8D8970FDC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24E766-D295-0786-FCF1-4B53DA0D3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4C3ACD-65E6-7BC8-28DF-E7D37C4BF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611189-033C-9ED1-29A1-3C178229FA22}"/>
              </a:ext>
            </a:extLst>
          </p:cNvPr>
          <p:cNvSpPr txBox="1">
            <a:spLocks/>
          </p:cNvSpPr>
          <p:nvPr/>
        </p:nvSpPr>
        <p:spPr>
          <a:xfrm>
            <a:off x="542145" y="810301"/>
            <a:ext cx="10817153" cy="4440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use the UCI Student Performance Dataset as the primary dataset for the project.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apply the dataset within the Education Analytics domain.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model student performance using academic and personal attributes available in the dataset.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use the processed dataset to train, validate and evaluate machine learning models for student performance prediction.</a:t>
            </a:r>
            <a:endParaRPr lang="en-US" altLang="en-US" sz="1800" dirty="0">
              <a:latin typeface="Bookman Old Style" panose="02050604050505020204" pitchFamily="18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CEFDB11B-51AF-7CD0-584D-87C882B08F7C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DataSets Used</a:t>
            </a:r>
            <a:endParaRPr lang="en-U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61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72791-7280-C07D-277D-0033679A7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2BFD02-D0D0-62AF-D535-ECE3F1189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C433A2-3FA0-243A-7027-77A9E0537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4CF0BD-0889-0DFE-891D-E02A36BF36F4}"/>
              </a:ext>
            </a:extLst>
          </p:cNvPr>
          <p:cNvSpPr txBox="1">
            <a:spLocks/>
          </p:cNvSpPr>
          <p:nvPr/>
        </p:nvSpPr>
        <p:spPr>
          <a:xfrm>
            <a:off x="532718" y="571283"/>
            <a:ext cx="10817153" cy="4803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study the evolution of student performance prediction approaches over time.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From 2015–2018, to model performance mainly through linear regression and past GPA, with limited ability to capture nonlinear student behavior.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From 2018–2021, to integrate data-mining approaches such as Decision Trees and Naïve Bayes with demographic and midterm data.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From 2021 onwards, to apply advanced models such as Random Forest, XGBoost and Artificial Neural Networks, particularly with LMS activity.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  <a:defRPr/>
            </a:pPr>
            <a:endParaRPr 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8CCAC4E0-B6CA-A70A-A65A-0F8ED553B49B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Amasis MT Pro" panose="02040504050005020304" pitchFamily="18" charset="0"/>
              </a:rPr>
              <a:t>Literature Survey</a:t>
            </a:r>
          </a:p>
        </p:txBody>
      </p:sp>
    </p:spTree>
    <p:extLst>
      <p:ext uri="{BB962C8B-B14F-4D97-AF65-F5344CB8AC3E}">
        <p14:creationId xmlns:p14="http://schemas.microsoft.com/office/powerpoint/2010/main" val="3519703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03120" y="320040"/>
            <a:ext cx="7315200" cy="59436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Amasis MT Pro" panose="02040504050005020304" pitchFamily="18" charset="0"/>
              </a:rPr>
              <a:t>Research Papers –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398" y="1272147"/>
            <a:ext cx="10698480" cy="4485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</a:t>
            </a:r>
            <a:r>
              <a:rPr dirty="0" err="1">
                <a:latin typeface="Bookman Old Style" panose="02050604050505020204" pitchFamily="18" charset="0"/>
              </a:rPr>
              <a:t>Alalawi</a:t>
            </a:r>
            <a:r>
              <a:rPr dirty="0">
                <a:latin typeface="Bookman Old Style" panose="02050604050505020204" pitchFamily="18" charset="0"/>
              </a:rPr>
              <a:t>, K., </a:t>
            </a:r>
            <a:r>
              <a:rPr dirty="0" err="1">
                <a:latin typeface="Bookman Old Style" panose="02050604050505020204" pitchFamily="18" charset="0"/>
              </a:rPr>
              <a:t>Athauda</a:t>
            </a:r>
            <a:r>
              <a:rPr dirty="0">
                <a:latin typeface="Bookman Old Style" panose="02050604050505020204" pitchFamily="18" charset="0"/>
              </a:rPr>
              <a:t>, R., &amp; Chiong, R. (2023) – “Contextualizing the current state of research on the use of machine learning for student performance prediction: A systematic literature review.”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To review 162 research articles published from 2010–2022 and identify major ML approaches used for student performance prediction.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To model student performance using commonly applied algorithms such as Decision Tree, Random Forest, Naïve Bayes, Artificial Neural Network and Support Vector Machine.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Key finding: Classification was the dominant approach, while historical grades, LMS data and demographic information were among the most common predictive features.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Research gap identified: very few studies connected prediction results with actual remedial actions for at-risk students.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103120" y="320040"/>
            <a:ext cx="7315200" cy="594360"/>
          </a:xfrm>
          <a:prstGeom prst="rect">
            <a:avLst/>
          </a:prstGeom>
          <a:solidFill>
            <a:srgbClr val="BE1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rPr dirty="0">
                <a:latin typeface="Amasis MT Pro" panose="02040504050005020304" pitchFamily="18" charset="0"/>
              </a:rPr>
              <a:t>Research Papers –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698480" cy="487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Balaji, P., </a:t>
            </a:r>
            <a:r>
              <a:rPr dirty="0" err="1">
                <a:latin typeface="Bookman Old Style" panose="02050604050505020204" pitchFamily="18" charset="0"/>
              </a:rPr>
              <a:t>Alelyani</a:t>
            </a:r>
            <a:r>
              <a:rPr dirty="0">
                <a:latin typeface="Bookman Old Style" panose="02050604050505020204" pitchFamily="18" charset="0"/>
              </a:rPr>
              <a:t>, S., </a:t>
            </a:r>
            <a:r>
              <a:rPr dirty="0" err="1">
                <a:latin typeface="Bookman Old Style" panose="02050604050505020204" pitchFamily="18" charset="0"/>
              </a:rPr>
              <a:t>Qahmash</a:t>
            </a:r>
            <a:r>
              <a:rPr dirty="0">
                <a:latin typeface="Bookman Old Style" panose="02050604050505020204" pitchFamily="18" charset="0"/>
              </a:rPr>
              <a:t>, A., &amp; Mohana, M. (2021) – “Contributions of Machine Learning Models towards Student Academic Performance Prediction: A Systematic Review.”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To analyze 2,700 initially identified articles and systematically examine algorithms, datasets and features used in student performance prediction.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To categorize predictive features into demographic, academic and behavioral groups and evaluate the role of ML methods.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Key finding: ML can predict student outcomes using academic and behavioral information, but differences in datasets make it difficult to identify one universally best model.</a:t>
            </a:r>
          </a:p>
          <a:p>
            <a:pPr>
              <a:lnSpc>
                <a:spcPct val="150000"/>
              </a:lnSpc>
              <a:spcAft>
                <a:spcPts val="1000"/>
              </a:spcAft>
              <a:defRPr sz="1700"/>
            </a:pPr>
            <a:r>
              <a:rPr dirty="0">
                <a:latin typeface="Bookman Old Style" panose="02050604050505020204" pitchFamily="18" charset="0"/>
              </a:rPr>
              <a:t>• 2026 review update: a recent systematic review of 72 studies reports that tree-based models and neural networks dominate current approaches, while Explainable AI is emerging as an important direction.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000DD-5BD9-BBEB-6C09-48C816309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D75C51-2F2B-E225-753C-1D718CDA9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4B990C-ED45-1C41-11BD-593153663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07AC80-DCC1-ADCF-1929-08910764DD3D}"/>
              </a:ext>
            </a:extLst>
          </p:cNvPr>
          <p:cNvSpPr txBox="1">
            <a:spLocks/>
          </p:cNvSpPr>
          <p:nvPr/>
        </p:nvSpPr>
        <p:spPr>
          <a:xfrm>
            <a:off x="532718" y="1178011"/>
            <a:ext cx="10817153" cy="43743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develop a Multi-Checkpoint Early Warning System that evaluates student risk periodically during the academic term.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integrate academic and behavioral features, including assignment submission latency and discussion forum engagement, for improved risk assessment.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model the relationship between predicted risk and its dominant factors to support targeted intervention.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trigger prescriptive actions such as tutoring or attendance counselling based on identified risk factors.</a:t>
            </a:r>
          </a:p>
          <a:p>
            <a:pPr marL="0" indent="0">
              <a:buNone/>
              <a:defRPr/>
            </a:pPr>
            <a:endParaRPr lang="en-US" altLang="en-US" dirty="0"/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53FFDBF1-3D9F-F11F-90B7-4C32AC8A048D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Innovation, Creativity &amp; Novelty</a:t>
            </a:r>
            <a:endParaRPr lang="en-U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5348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F1C4D-C53E-DE0B-0463-D1775A0E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D21555-DD85-31CE-AA40-FD253786F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748" y="160270"/>
            <a:ext cx="2544417" cy="605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A59546-710A-7551-1D86-10118E368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CEF900-F895-6DA0-E381-95B4D4A2259B}"/>
              </a:ext>
            </a:extLst>
          </p:cNvPr>
          <p:cNvSpPr txBox="1">
            <a:spLocks/>
          </p:cNvSpPr>
          <p:nvPr/>
        </p:nvSpPr>
        <p:spPr>
          <a:xfrm>
            <a:off x="542145" y="810301"/>
            <a:ext cx="10817153" cy="4798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assess project feasibility from technical, operational and economic perspectives.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develop the system using established open-source technologies such as Python, Scikit-Learn, XGBoost and Streamlit or Flask.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integrate a non-technical dashboard so academic staff can use the system without requiring machine learning expertise.</a:t>
            </a:r>
          </a:p>
          <a:p>
            <a:pPr>
              <a:lnSpc>
                <a:spcPct val="150000"/>
              </a:lnSpc>
            </a:pPr>
            <a:r>
              <a:rPr lang="en-IN" sz="1800" dirty="0">
                <a:latin typeface="Bookman Old Style" panose="02050604050505020204" pitchFamily="18" charset="0"/>
              </a:rPr>
              <a:t>To deploy the solution using scalable and cost-effective cloud infrastructure such as basic AWS or Azure tiers.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  <a:defRPr/>
            </a:pPr>
            <a:endParaRPr lang="en-US" altLang="en-US" dirty="0">
              <a:latin typeface="Bookman Old Style" panose="02050604050505020204" pitchFamily="18" charset="0"/>
            </a:endParaRPr>
          </a:p>
          <a:p>
            <a:pPr>
              <a:buFont typeface="Wingdings" pitchFamily="2" charset="2"/>
              <a:buChar char="v"/>
              <a:defRPr/>
            </a:pPr>
            <a:endParaRPr lang="en-US" altLang="en-US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sz="4200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Wingdings" pitchFamily="2" charset="2"/>
              <a:buChar char="v"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  <a:p>
            <a:pPr marL="457200" indent="-457200">
              <a:buFont typeface="Arial" panose="020B0604020202020204" pitchFamily="34" charset="0"/>
              <a:buNone/>
              <a:defRPr/>
            </a:pPr>
            <a:endParaRPr lang="en-US" altLang="en-US" dirty="0">
              <a:latin typeface="Times New Roman" pitchFamily="16" charset="0"/>
              <a:cs typeface="Times New Roman" pitchFamily="16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817D46F-5064-539D-4866-7DA06DECDE56}"/>
              </a:ext>
            </a:extLst>
          </p:cNvPr>
          <p:cNvSpPr/>
          <p:nvPr/>
        </p:nvSpPr>
        <p:spPr>
          <a:xfrm>
            <a:off x="2776024" y="332266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Amasis MT Pro" panose="02040504050005020304" pitchFamily="18" charset="0"/>
              </a:rPr>
              <a:t>Feasibility Analysis</a:t>
            </a:r>
            <a:endParaRPr lang="en-US" sz="32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98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C43FD-9C4A-7778-9401-D334A7A5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476;p16">
            <a:extLst>
              <a:ext uri="{FF2B5EF4-FFF2-40B4-BE49-F238E27FC236}">
                <a16:creationId xmlns:a16="http://schemas.microsoft.com/office/drawing/2014/main" id="{46226BB4-4FBA-8B2D-C27E-5FD5EF86DCAC}"/>
              </a:ext>
            </a:extLst>
          </p:cNvPr>
          <p:cNvSpPr txBox="1"/>
          <p:nvPr/>
        </p:nvSpPr>
        <p:spPr>
          <a:xfrm>
            <a:off x="1595120" y="2048911"/>
            <a:ext cx="9682480" cy="14157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cap="all" dirty="0">
                <a:ln/>
                <a:solidFill>
                  <a:srgbClr val="00B0F0"/>
                </a:solidFill>
                <a:cs typeface="Poppins" panose="00000500000000000000" pitchFamily="2" charset="0"/>
                <a:sym typeface="BioRhyme ExtraBold"/>
              </a:rPr>
              <a:t>THANK YOU 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	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ea typeface="BioRhyme ExtraBold"/>
              <a:cs typeface="Poppins" panose="00000500000000000000" pitchFamily="2" charset="0"/>
              <a:sym typeface="BioRhyme Extra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9F7F36-69B3-FB0E-DDA5-1C79D087C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1082" y="160270"/>
            <a:ext cx="3165084" cy="7078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D2F000-B4FD-C428-40EC-1A93EA6F2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13783"/>
            <a:ext cx="12192000" cy="84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765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Amasis MT Pro</vt:lpstr>
      <vt:lpstr>Aptos</vt:lpstr>
      <vt:lpstr>Arial</vt:lpstr>
      <vt:lpstr>BioRhyme ExtraBold</vt:lpstr>
      <vt:lpstr>Bookman Old Style</vt:lpstr>
      <vt:lpstr>Calibri</vt:lpstr>
      <vt:lpstr>Calibri Light</vt:lpstr>
      <vt:lpstr>Poppins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R</dc:creator>
  <cp:lastModifiedBy>𝙺𝙰𝚁𝚃𝙷𝙸𝙺 𝙿𝚄𝙻𝙸𝚅𝙰𝚁𝚃𝙷𝙸</cp:lastModifiedBy>
  <cp:revision>20</cp:revision>
  <dcterms:created xsi:type="dcterms:W3CDTF">2026-07-02T07:15:02Z</dcterms:created>
  <dcterms:modified xsi:type="dcterms:W3CDTF">2026-08-19T03:52:41Z</dcterms:modified>
</cp:coreProperties>
</file>